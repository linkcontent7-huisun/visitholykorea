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70" r:id="rId4"/>
    <p:sldId id="267" r:id="rId5"/>
    <p:sldId id="260" r:id="rId6"/>
    <p:sldId id="271" r:id="rId16"/>
    <p:sldId id="272" r:id="rId17"/>
    <p:sldId id="273" r:id="rId18"/>
    <p:sldId id="268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9DBF"/>
    <a:srgbClr val="372472"/>
    <a:srgbClr val="BBBCDE"/>
    <a:srgbClr val="280A41"/>
    <a:srgbClr val="230A3A"/>
    <a:srgbClr val="401AC1"/>
    <a:srgbClr val="200D45"/>
    <a:srgbClr val="FFED97"/>
    <a:srgbClr val="0000FF"/>
    <a:srgbClr val="FF6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0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해시태그 연계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관련 이미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8241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0796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27017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36544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9151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1" r:id="rId3"/>
    <p:sldLayoutId id="2147483666" r:id="rId4"/>
    <p:sldLayoutId id="2147483662" r:id="rId5"/>
    <p:sldLayoutId id="2147483663" r:id="rId6"/>
    <p:sldLayoutId id="2147483664" r:id="rId7"/>
    <p:sldLayoutId id="2147483668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13.png"/><Relationship Id="rId5" Type="http://schemas.openxmlformats.org/officeDocument/2006/relationships/image" Target="../media/image12.png"/><Relationship Id="rId6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401AC1"/>
            </a:gs>
            <a:gs pos="100000">
              <a:srgbClr val="280A41"/>
            </a:gs>
            <a:gs pos="75000">
              <a:srgbClr val="230A3A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898654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팀 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800" b="0">
                          <a:solidFill>
                            <a:srgbClr val="000000"/>
                          </a:solidFill>
                        </a:rPr>
                        <a:t>visitholykorea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800" b="0">
                          <a:solidFill>
                            <a:srgbClr val="000000"/>
                          </a:solidFill>
                        </a:rPr>
                        <a:t>VisitHolyKorea — 길 위에서 나를 만나는 성지순례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378647"/>
              </p:ext>
            </p:extLst>
          </p:nvPr>
        </p:nvGraphicFramePr>
        <p:xfrm>
          <a:off x="271088" y="1065402"/>
          <a:ext cx="11649825" cy="5654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VisitHolyKorea (visitholykorea.com)</a:t>
                      </a:r>
                      <a:endParaRPr lang="en-US" altLang="ko-KR" sz="1800" b="0" baseline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6255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유형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반응형 웹 — 휴대폰(하단 탭 5개)과 PC(상단 메뉴·넓은 본문)를 한 코드로, 1024px 기준 자동 전환. 홈 화면 설치(PWA)로 앱처럼 실행, 같은 코드로 Android/iOS 앱(Capacitor) 빌드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</a:t>
                      </a:r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타깃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① 붐비는 명소 대신 조용한 하루를 원하는 자유여행객·시니어(이용자 조사 응답자 85%가 50대 이상)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② 한국 천주교 성지 순례객과 2027 서울 세계청년대회(WYD) 앞뒤로 방한하는 외국인 순례객(6개 국어)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③ 종교와 무관하게 걷기·사색·역사 여행에 관심 있는 사람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전국 천주교 성지 206곳을 "오늘 마음·출발지·시간"에 맞춰 골라 주고, 한국관광공사 TourAPI 실시간 데이터(관광지 집중률 예측·주변 관광지·걷기길)로 하루 일정을 짜 주며, 현장에서는 6개 국어 성지 이야기와 오디오 가이드로 안내하고, 다녀온 기록을 남기는 순례 여행 서비스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9164922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선택 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지정과제 2번 — 유명 관광지 쏠림(오버투어리즘) 문제 해결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  <a:tr h="8085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en-US" altLang="ko-KR" sz="1800" b="1" baseline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선택</a:t>
                      </a:r>
                      <a:r>
                        <a:rPr lang="en-US" altLang="ko-KR" sz="1800" b="1" baseline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이유</a:t>
                      </a:r>
                      <a:endParaRPr lang="ko-KR" altLang="en-US" sz="1800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성지 206곳 중 140곳(68%, 2026-09-21 DB 실측)이 비수도권에 있고 대부분 조용하다. 순례자는 목적지가 정해진 여행자라 "명동 성당 다음엔 어디"로 물으면 동선을 바꿀 수 있다. 관광공사 집중률 예측을 실시간으로 엮어 붐비는 날·곳을 피해 같은 지역의 조용한 성지와 주변 볼거리를 제안하면, 유명 성지 열 곳에 몰리던 순례를 공간(206곳)·시간(30일 예측)·체류(주변 식당·걷기길)로 펼칠 수 있다고 판단해 2번을 골랐다.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33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248600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 기반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서비스 기획 방향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1) 문제와 범위 — 성지 순례는 유명 성지 열 곳·주말·수도권에 몰린다. 우리는 일반 관광객이 아니라 순례자의 동선을 수도권 밖·붐비는 날 밖으로 넓히는 것을 목표로 잡았다. 성지 206곳 중 140곳(68%)이 비수도권이라(2026-09-21 DB 실측) 목적지 목록 자체가 분산을 돕는다.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2) 공간 분산(어디로) — 관광공사 「관광지 집중률 예측」을 매 요청 실시간으로 받아 성지마다 「주변 밀집도 상·중·하」를 보여 준다(숫자 대신 세 단계, 50대 이상도 한눈에). 「오늘의 성지 일정」은 마음·출발지·시간(질문 3개)에 맞는 후보 중 밀집도 낮은 성지에 「인근이 조용해요」를 붙여 앞세우고, 오후가 붐빌 예정이면 같은 지역의 다른 관광지를 대신 제안한다.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3) 체류(얼마나 오래) — 고른 성지를 축으로 오전 성지 → 점심(주변 식당) → 오후(주변 관광지·걷기길) 하루 일정을 TourAPI 실시간 조회로 짠다(응답 저장 안 함). 박해사·인물을 잇는 순례 코스 11개로 1곳 방문을 여러 곳·여러 날로 늘린다.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4) 현장 콘텐츠 — 성지 206곳 소개글과 108곳 지점별 오디오 가이드를 6개 국어로 직접 집필하고, 성지 DB 안에서만 답하는 AI 가이드를 두어 지방의 덜 알려진 성지도 "갈 만한 곳"이 되게 한다.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5) 측정과 다음 단계(언제) — 「순례 기록」(한 줄·사진)을 서비스 중심에 두어 기록의 성지 → 지역으로 비수도권 방문 비율을 잴 수 있는 장치를 갖췄다. 다음 단계는 이미 받고 있는 집중률 30일치를 「이번 달 조용한 날」 달력으로 펼치는 시간 분산과, 기록 저장 때 「한적했어요/보통/붐볐어요」를 받아 예측을 보정하는 것이다.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목록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</a:rPr>
                        <a:t>#오늘의성지일정  #오디오가이드  #순례가이드미카엘  #순례기록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284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217558"/>
              </p:ext>
            </p:extLst>
          </p:nvPr>
        </p:nvGraphicFramePr>
        <p:xfrm>
          <a:off x="180961" y="1551963"/>
          <a:ext cx="11830079" cy="4993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0619">
                  <a:extLst>
                    <a:ext uri="{9D8B030D-6E8A-4147-A177-3AD203B41FA5}">
                      <a16:colId xmlns:a16="http://schemas.microsoft.com/office/drawing/2014/main" val="95366056"/>
                    </a:ext>
                  </a:extLst>
                </a:gridCol>
                <a:gridCol w="2620520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6638940">
                  <a:extLst>
                    <a:ext uri="{9D8B030D-6E8A-4147-A177-3AD203B41FA5}">
                      <a16:colId xmlns:a16="http://schemas.microsoft.com/office/drawing/2014/main" val="2514411670"/>
                    </a:ext>
                  </a:extLst>
                </a:gridCol>
              </a:tblGrid>
              <a:tr h="45025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연계 기능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baseline="0" smtClean="0">
                          <a:solidFill>
                            <a:schemeClr val="bg1"/>
                          </a:solidFill>
                        </a:rPr>
                        <a:t>연계 상세 내용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마음 상태로 고르는 하루 일정 (오버투어리즘 대응의 중심)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질문 3개(마음 · 출발지 · 시간)에 답하면 반경 안 후보 성지 3곳을 보여 주고, 하나를 고르면 오전 성지 → 점심 → 오후 관광지의 하루 일정을 짠다.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TourAPI: 관광지 집중률 예측(TatsCnctrRateService)으로 「인근 지역이 조용해요/보통이에요/붐벼요」와 「인근이 조용해요」 후보 표시, locationBasedList2 로 성지 주변 식당·관광지 실시간 조회. 오후가 붐빌 예정이면 머무르기 또는 대안 관광지 제안.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시간 답(반나절·하루·1박2일)이 출발지 반경(20km·60km·180km)이 되어 이동이 체류보다 길어지지 않게 한다. 성지 상세에서도 같은 집중률로 「주변 밀집도 상·중·하」를 보여 준다.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#오디오가이드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이야기 · 지점별 오디오 가이드 (6개 국어)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성지 206곳마다 위치·역사·건축과 주변 이야기를 담은 3문단 소개글을 6개 국어로 직접 집필해 DB 에 두었다(2026-09-21 실측 206곳 × 6개 국어 완비).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현장 지점 원고(여는 말 → 지점 3~6곳 → 맺음말)는 108곳 × 6개 국어. 기기 TTS 로 읽어 주며 속도 조절·챕터 이동이 되고, 원고가 없는 성지는 소개·역사 낭독으로 대체한다.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성지 이야기는 교구 공식 자료·굿뉴스 성지 안내 등 확인된 출처를 화면에 표시하고, 지점 원고는 교구 제공 자료와 문헌을 대조해 작성했다. 관광공사 두루누비 걷기길·주변 관광지(둘러볼 곳)와 나란히 보여 주며, 상단 지구본 버튼으로 언어를 바꾸면 화면·이야기·가이드가 함께 바뀐다.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DB 범위 안에서만 답하는 AI 가이드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어느 화면에서나 상단 「미카엘」로 열린다. 질문과 관련된 성지 레코드(주소·전화·미사·설명)를 찾아 컨텍스트로 넣고 "자료에 없으면 모른다고 답하라"를 시스템 프롬프트에 고정했다.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Claude(Anthropic) 우선, 실패 시 Gemini 로 넘어가는 이중 구조. 사용 가능한 Gemini 모델 목록은 GitHub Actions 가 매일 갱신한다. 키는 Supabase Edge Function 에만 두어 브라우저에 노출되지 않는다.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답변에 「참고한 성지」를 표시해 출처를 드러내고, 로그인하면 대화가 계정에 저장돼 이어진다(「대화 지우기」로 전부 삭제). 6개 국어 질문에 같은 DB 근거로 답한다.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#순례기록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함께 만드는 순례 기록 — 내 한 줄이 다음 순례자의 안내가 된다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성지 상세의 「순례 기록 남기기」로 방문일·한 줄 메모·사진(최대 3장)을 남긴다. 기록은 그 성지 상세 페이지 아래에 다른 순례자의 후기로 쌓여 「순례 기록 (N)」이 된다 — 운영자가 쓰는 안내가 아니라 모두가 함께 만들어 가는 순례 안내. 익명 공개, 신고로 걸러진다.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하단 탭 가운데 「기록」에서 내 기록과 즐겨찾는 성지를 모아 보고 수정·삭제한다. 순례 코스 상세는 기록을 기준으로 「n화까지 기록」 진행을 보여 준다. 지금은 성지당 기록 1개이며, 재방문도 기록할 수 있게 같은 성지를 여러 번 기록하는 구조로 확장한다.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기록은 우리 데이터로 남는다 — 기록의 성지 → 지역으로 비수도권 방문 비율을 재고, 기록 저장 때 「한적했어요/보통/붐볐어요」를 받아 관광공사 집중률 예측을 실측으로 보정하는 데 쓴다(발전계획).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74567" y="1101012"/>
            <a:ext cx="3382365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해시태그 연계 핵심기능 및 상세내용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1. 홈 입구 카드 「오늘의 성지 일정」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2. 지금 마음 → 출발지(현재 위치·시도) → 낼 수 있는 시간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3. 반경 안 후보 3곳 — 가장 가까움·인근이 조용함·소개가 자세함 표시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4. 오전 성지 → 점심 → 오후 관광지. 관광공사 데이터를 지금 불러온 일정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연계기능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200" b="0">
                          <a:solidFill>
                            <a:srgbClr val="000000"/>
                          </a:solidFill>
                        </a:rPr>
                        <a:t>마음 상태로 고르는 하루 일정 (오버투어리즘 대응의 중심)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기능설명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질문 3개(마음 · 출발지 · 시간)에 답하면 반경 안 후보 성지 3곳을 보여 주고, 하나를 고르면 오전 성지 → 점심 → 오후 관광지의 하루 일정을 짠다. TourAPI: 관광지 집중률 예측(TatsCnctrRateService)으로 「인근 지역이 조용해요/보통이에요/붐벼요」와 「인근이 조용해요」 후보 표시, locationBasedList2 로 성지 주변 식당·관광지 실시간 조회. 오후가 붐빌 예정이면 머무르기 또는 대안 관광지 제안. 시간 답(반나절·하루·1박2일)이 출발지 반경(20km·60km·180km)이 되어 이동이 체류보다 길어지지 않게 한다. 성지 상세에서도 같은 집중률로 「주변 밀집도 상·중·하」를 보여 준다.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home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compass-q1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compass-result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compass-plan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6162552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1038" y="1365401"/>
            <a:ext cx="2185146" cy="2185146"/>
          </a:xfrm>
          <a:prstGeom prst="rect">
            <a:avLst/>
          </a:prstGeom>
        </p:spPr>
      </p:pic>
      <p:pic>
        <p:nvPicPr>
          <p:cNvPr id="5" name="Picture 4" descr="detail-desktop-1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8209" y="3890547"/>
            <a:ext cx="4328233" cy="2705146"/>
          </a:xfrm>
          <a:prstGeom prst="rect">
            <a:avLst/>
          </a:prstGeom>
        </p:spPr>
      </p:pic>
      <p:pic>
        <p:nvPicPr>
          <p:cNvPr id="6" name="Picture 5" descr="detail-top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0432" y="3890547"/>
            <a:ext cx="1250008" cy="2705146"/>
          </a:xfrm>
          <a:prstGeom prst="rect">
            <a:avLst/>
          </a:prstGeom>
        </p:spPr>
      </p:pic>
      <p:pic>
        <p:nvPicPr>
          <p:cNvPr id="7" name="Picture 6" descr="compass-plan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4622" y="3890547"/>
            <a:ext cx="1250008" cy="2705146"/>
          </a:xfrm>
          <a:prstGeom prst="rect">
            <a:avLst/>
          </a:prstGeom>
        </p:spPr>
      </p:pic>
      <p:pic>
        <p:nvPicPr>
          <p:cNvPr id="8" name="Picture 7" descr="michael-39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8812" y="3890547"/>
            <a:ext cx="1250008" cy="270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>
                <a:solidFill>
                  <a:schemeClr val="bg1"/>
                </a:solidFill>
              </a:rPr>
              <a:t>OpenAPI </a:t>
            </a:r>
            <a:r>
              <a:rPr lang="ko-KR" altLang="en-US" sz="1400" b="1">
                <a:solidFill>
                  <a:schemeClr val="bg1"/>
                </a:solidFill>
              </a:rPr>
              <a:t>리스트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316057"/>
              </p:ext>
            </p:extLst>
          </p:nvPr>
        </p:nvGraphicFramePr>
        <p:xfrm>
          <a:off x="174566" y="1646098"/>
          <a:ext cx="11746191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94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34747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9081994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</a:rPr>
                        <a:t>관광지 집중률 예측 서비스 (TatsCnctrRateService)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성지 소재 시·군·구의 관광지 집중률 예측(tatsCnctrRatedList, 오늘부터 30일)을 받아 성지 상세 「주변 밀집도 상·중·하」와 하루 일정의 「인근 지역이 조용해요 / 보통이에요 / 붐벼요」, 후보 성지의 「인근이 조용해요」 표시에 쓴다. 오버투어리즘 지정과제의 핵심 지표. 메모리에만 잠깐 두고 저장하지 않는다.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국문 관광정보 서비스 (KorService2)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locationBasedList2 로 성지 주변 관광지·식당(하루 일정 점심·오후, 성지 상세 「둘러볼 곳」), searchKeyword2·areaBasedList2 로 관광지 검색, ldongCode2 로 집중률 조회에 필요한 시·군·구 코드. 매 화면 진입마다 실시간 호출(staleTime 0), DB·서비스워커에 저장하지 않음.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지역 허브 관광지 · 연관 관광지 (LocgoHubTarService1 · TarRlteTarService1)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하루 일정의 오후가 붐빌 예정일 때 같은 시·군·구의 대안 관광지를 고르는 데 쓴다 — 붐비는 곳 대신 근처의 다른 곳으로 공간 분산.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두루누비 걷기길 서비스 (Durunubi)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courseList(DNWW)로 성지와 같은 시·군·구의 걷기길을 받아 성지 상세에 「이 근처 걷기길」로 표시. 순례 후 도보 체류를 늘린다.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다국어 관광정보 서비스 (SpnService2 · FreService2)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앱 언어가 스페인어·프랑스어일 때 주변 관광지 조회를 해당 언어 서비스로 보낸다(승인된 언어만). 결과가 비면 국문 서비스로 폴백. 영문 서비스(EngService2)는 활용신청 진행.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>
                <a:solidFill>
                  <a:schemeClr val="bg1"/>
                </a:solidFill>
              </a:rPr>
              <a:t>API, </a:t>
            </a:r>
            <a:r>
              <a:rPr lang="ko-KR" altLang="en-US" sz="1400" b="1" err="1">
                <a:solidFill>
                  <a:schemeClr val="bg1"/>
                </a:solidFill>
              </a:rPr>
              <a:t>파일데이터</a:t>
            </a:r>
            <a:endParaRPr lang="ko-KR" altLang="en-US" sz="1400" b="1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134091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</a:rPr>
                        <a:t>자체 구축 성지 DB (holy_sites · holy_site_translations · docent_scripts, 206곳)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각 교구 홈페이지·굿뉴스 성지 안내·가톨릭 언론의 공개 자료와 현장에서 수집한 주보·안내문을 대조해 직접 쓴 성지 206곳의 주소·연락처·미사 시간·역사, 성지마다 6개 국어 소개글(206곳 × 6)과 지점별 오디오 가이드 원고(108곳 × 6). 대전교구 성지는 교구 홍보국 제공 자료를 함께 참고. 성지 이야기에 출처 링크 표시. 대표 사진은 직접 촬영·교구 제공분(출처·라이선스 표기). Supabase(PostgreSQL) 저장.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한국천주교주소록 (CBCK, catholic_directory 5,918건)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한국천주교중앙협의회 공개 주소록을 수집해 성지 상세·시도 화면의 「주변 성당·공소」(가까운 미사)로 표시. 외국어 화면에서는 이름·주소를 자동 로마자로.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순례 기록 (pilgrimage_stamps · 이용자 생성)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이용자가 남긴 방문일·한 줄·사진(최대 3장). 우리 데이터라 분석 가능 — 비수도권 방문 비율 측정, 다음 성지 제안, 집중률 예측 보정(발전계획)의 재료.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205643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• 웹 구현 — 반응형(휴대폰 하단 탭·PC 상단 메뉴를 한 코드로, 1024px 자동 전환), PWA 홈 화면 설치, 6개 국어 화면·이야기·가이드, 큰 글자 모드, 접근성(WCAG 2.1 AA) 감사 반영, 카카오·네이버·구글 로그인.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「대체 관광지 추천」이 아니라 「오늘의 하루 일정」 — 집중률 예측·주변 관광지를 그날 실시간으로 조합해 붐빔을 피하면서도 그 지역에 머물게 한다. 성지 68%(140/206)가 비수도권이라 분산이 구조적으로 일어난다.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콘텐츠를 직접 만들었다 — 성지 206곳 소개글과 108곳 오디오 가이드를 6개 국어로, 성지 이야기에 출처 링크. 기존 관광 앱이 다루지 않는 종교 유산 층위.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AI 가 지어내지 않는다 — 미카엘은 성지 DB 안에서만 답하고 참고한 성지를 밝힌다.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함께 만드는 순례 기록 — 다녀온 사람의 한 줄과 사진이 다음 순례자의 안내가 되고, 쌓일수록 분산 효과를 재고 예측을 보정한다.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관광공사 데이터 원칙 준수 — TourAPI 응답을 저장하지 않고 매 요청 실시간 호출(ADR 0002, 코드로 강제).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발전계획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• 시간 분산 — 이미 받고 있는 집중률 예측 30일치를 「이번 달 조용한 날」 달력으로 펼친다("주말 말고 화요일에"). 전례력(순교자 성월·성지 축일 미사)과 함께 표시.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실측 보정 — 순례 기록 저장 때 「한적했어요/보통/붐볐어요」 한 칸을 받아 관광공사 예측치를 실데이터로 보정, 쓸수록 정확해지는 구조. 같은 성지 재방문 기록 허용.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공간 분산 측정·유도 — 기록의 성지 → 지역으로 비수도권 방문 비율 대시보드. 기록이 수도권에 몰린 이용자에게 「다음은 갈매못·솔뫼 어떠세요」 개인화 제안. 교구별 완주 배지(성지가 적은 교구부터).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지방 체류 — 지방 성지 1박 2일 묶음(2일차 일정)과 대중교통·순례버스 접근 정보(차 없는 시니어를 위해). 오디오 가이드 나머지 98곳 집필, 대표 사진 전 성지 확보(현재 102곳).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확장 — 2027 서울 WYD 대비 교구·본당 미사 시간 연동(CBCK 주소록), 시·도 랜딩 페이지로 지자체·교구 협업, Android/iOS 스토어 출시.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1. 성지 상세 — 사진·분류·주변 밀집도 상/중/하·태그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2. 「오디오 가이드」 여는 말 → 지점 → 맺음말, 속도 조절, 눈여겨보기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3. 지구본 버튼으로 언어를 바꾸면 가이드도 그 언어로 (영어 예)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4. 「둘러볼 곳」 — 관광공사 실시간 식당·볼거리로 체류 연장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1">
                          <a:solidFill>
                            <a:srgbClr val="000000"/>
                          </a:solidFill>
                        </a:rPr>
                        <a:t>#오디오가이드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연계기능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이야기 · 지점별 오디오 가이드 (6개 국어)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기능설명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성지 206곳마다 위치·역사·건축과 주변 이야기를 담은 3문단 소개글을 6개 국어로 직접 집필해 DB 에 두었다(2026-09-21 실측 206곳 × 6개 국어 완비). 현장 지점 원고(여는 말 → 지점 3~6곳 → 맺음말)는 108곳 × 6개 국어. 기기 TTS 로 읽어 주며 속도 조절·챕터 이동이 되고, 원고가 없는 성지는 소개·역사 낭독으로 대체한다. 성지 이야기는 교구 공식 자료·굿뉴스 성지 안내 등 확인된 출처를 화면에 표시하고, 지점 원고는 교구 제공 자료와 문헌을 대조해 작성했다. 관광공사 두루누비 걷기길·주변 관광지(둘러볼 곳)와 나란히 보여 주며, 상단 지구본 버튼으로 언어를 바꾸면 화면·이야기·가이드가 함께 바뀐다.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detail-top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detail-docent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detail-docent-e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detail-nearby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1. 질문 — 공세리 성지 위치와 전화번호. 「참고한 성지」 표시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2. 외국어 질문에도 같은 DB 근거로 답한다 (영어 예)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3. DB 에 없는 정보는 지어내지 않고 사무실 확인을 안내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4. 어느 화면에서나 상단 「미카엘」 버튼 — 로그인하면 대화가 이어진다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연계기능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DB 범위 안에서만 답하는 AI 가이드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기능설명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어느 화면에서나 상단 「미카엘」로 열린다. 질문과 관련된 성지 레코드(주소·전화·미사·설명)를 찾아 컨텍스트로 넣고 "자료에 없으면 모른다고 답하라"를 시스템 프롬프트에 고정했다. Claude(Anthropic) 우선, 실패 시 Gemini 로 넘어가는 이중 구조. 사용 가능한 Gemini 모델 목록은 GitHub Actions 가 매일 갱신한다. 키는 Supabase Edge Function 에만 두어 브라우저에 노출되지 않는다. 답변에 「참고한 성지」를 표시해 출처를 드러내고, 로그인하면 대화가 계정에 저장돼 이어진다(「대화 지우기」로 전부 삭제). 6개 국어 질문에 같은 DB 근거로 답한다.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michael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michael-en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michael-mass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michael-empty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1. 성지 상세 「순례 기록」 — 다녀온 사람들의 후기가 쌓이는 자리, 사진 최대 3장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2. 하단 탭 가운데 「기록」 — 로그인하면 내 기록·즐겨찾기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3. 카카오·네이버·구글 간편 로그인, 이메일 가입(확인 메일은 화면 언어로)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4. 순례 코스 상세 — 기록 기준 「n화까지 기록」 진행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1">
                          <a:solidFill>
                            <a:srgbClr val="000000"/>
                          </a:solidFill>
                        </a:rPr>
                        <a:t>#순례기록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연계기능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200" b="0">
                          <a:solidFill>
                            <a:srgbClr val="000000"/>
                          </a:solidFill>
                        </a:rPr>
                        <a:t>함께 만드는 순례 기록 — 내 한 줄이 다음 순례자의 안내가 된다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기능설명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성지 상세의 「순례 기록 남기기」로 방문일·한 줄 메모·사진(최대 3장)을 남긴다. 기록은 그 성지 상세 페이지 아래에 다른 순례자의 후기로 쌓여 「순례 기록 (N)」이 된다 — 운영자가 쓰는 안내가 아니라 모두가 함께 만들어 가는 순례 안내. 익명 공개, 신고로 걸러진다. 하단 탭 가운데 「기록」에서 내 기록과 즐겨찾는 성지를 모아 보고 수정·삭제한다. 순례 코스 상세는 기록을 기준으로 「n화까지 기록」 진행을 보여 준다. 지금은 성지당 기록 1개이며, 재방문도 기록할 수 있게 같은 성지를 여러 번 기록하는 구조로 확장한다. 기록은 우리 데이터로 남는다 — 기록의 성지 → 지역으로 비수도권 방문 비율을 재고, 기록 저장 때 「한적했어요/보통/붐볐어요」를 받아 관광공사 집중률 예측을 실측으로 보정하는 데 쓴다(발전계획).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detail-record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records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logi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route-detail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1745</TotalTime>
  <Words>706</Words>
  <Application>Microsoft Office PowerPoint</Application>
  <PresentationFormat>와이드스크린</PresentationFormat>
  <Paragraphs>127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103</cp:revision>
  <dcterms:created xsi:type="dcterms:W3CDTF">2026-07-07T05:25:59Z</dcterms:created>
  <dcterms:modified xsi:type="dcterms:W3CDTF">2026-08-11T04:23:23Z</dcterms:modified>
</cp:coreProperties>
</file>