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VisitHolyKorea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반응형 웹 — 휴대폰(하단 탭 5개)과 PC(상단 메뉴·넓은 본문)를 한 코드로, 1024px 기준 자동 전환. 홈 화면 설치(PWA)로 앱처럼 실행, 같은 코드로 Android/iOS 앱(Capacitor) 빌드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① 붐비는 명소 대신 조용한 하루를 원하는 자유여행객·시니어(이용자 조사 응답자 85%가 50대 이상)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② 한국 천주교 성지 순례객과 2027 서울 세계청년대회(WYD) 앞뒤로 방한하는 외국인 순례객(6개 국어)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 천주교 성지 206곳을 "오늘 마음·출발지·시간"에 맞춰 골라 주고, 한국관광공사 TourAPI 실시간 데이터(관광지 집중률 예측·주변 관광지·걷기길)로 하루 일정을 짜 주며, 현장에서는 6개 국어 성지 이야기와 오디오 가이드로 안내하고, 다녀온 기록을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206곳 중 140곳(68%, 2026-09-21 DB 실측)이 비수도권에 있고 대부분 조용하다. 순례자는 목적지가 정해진 여행자라 "명동 성당 다음엔 어디"로 물으면 동선을 바꿀 수 있다. 관광공사 집중률 예측을 실시간으로 엮어 붐비는 날·곳을 피해 같은 지역의 조용한 성지와 주변 볼거리를 제안하면, 유명 성지 열 곳에 몰리던 순례를 공간(206곳)·시간(30일 예측)·체류(주변 식당·걷기길)로 펼칠 수 있다고 판단해 2번을 골랐다.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1) 문제와 범위 — 성지 순례는 유명 성지 열 곳·주말·수도권에 몰린다. 우리는 일반 관광객이 아니라 순례자의 동선을 수도권 밖·붐비는 날 밖으로 넓히는 것을 목표로 잡았다. 성지 206곳 중 140곳(68%)이 비수도권이라(2026-09-21 DB 실측) 목적지 목록 자체가 분산을 돕는다.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2) 공간 분산(어디로) — 관광공사 「관광지 집중률 예측」을 매 요청 실시간으로 받아 성지마다 「주변 밀집도 상·중·하」를 보여 준다(숫자 대신 세 단계, 50대 이상도 한눈에). 「오늘의 성지 일정」은 마음·출발지·시간(질문 3개)에 맞는 후보 중 밀집도 낮은 성지에 「인근이 조용해요」를 붙여 앞세우고, 오후가 붐빌 예정이면 같은 지역의 다른 관광지를 대신 제안한다.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3) 체류(얼마나 오래) — 고른 성지를 축으로 오전 성지 → 점심(주변 식당) → 오후(주변 관광지·걷기길) 하루 일정을 TourAPI 실시간 조회로 짠다(응답 저장 안 함). 박해사·인물을 잇는 순례 코스 11개로 1곳 방문을 여러 곳·여러 날로 늘린다.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4) 현장 콘텐츠 — 성지 206곳 소개글과 108곳 지점별 오디오 가이드를 6개 국어로 직접 집필하고, 성지 DB 안에서만 답하는 AI 가이드를 두어 지방의 덜 알려진 성지도 "갈 만한 곳"이 되게 한다.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5) 시간 분산(언제)과 측정 — 집중률 예측 30일치를 성지 상세 「한적한 날」 카드로 펼쳐 "주말 말고 이 날에"를 보여 준다. 「순례 기록」(한 줄·사진)을 서비스 중심에 두고, 저장 때 「그날 붐볐나요?」 한 칸을 받아 관광공사 예측을 실측으로 보정하며, 기록의 성지 → 지역으로 비수도권 방문 비율을 잴 수 있게 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시간 답(반나절·하루·1박2일)이 출발지 반경(20km·60km·180km)이 되어 이동이 체류보다 길어지지 않게 한다. 성지 상세에서도 같은 집중률로 「주변 밀집도 상·중·하」와 앞으로 30일 중 조용한 날짜를 고른 「한적한 날」 카드를 보여 준다 — 붐비는 날을 피하는 시간 분산.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206곳마다 위치·역사·건축과 주변 이야기를 담은 3문단 소개글을 6개 국어로 직접 집필해 DB 에 두었다(2026-09-21 실측 206곳 × 6개 국어 완비).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현장 지점 원고(여는 말 → 지점 3~6곳 → 맺음말)는 108곳 × 6개 국어. 기기 TTS 로 읽어 주며 속도 조절·챕터 이동이 되고, 원고가 없는 성지는 소개·역사 낭독으로 대체한다.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이야기는 교구 공식 자료·굿뉴스 성지 안내 등 확인된 출처를 화면에 표시하고, 지점 원고는 교구 제공 자료와 문헌을 대조해 작성했다. 관광공사 두루누비 걷기길·주변 관광지(둘러볼 곳)와 나란히 보여 주며, 상단 지구본 버튼으로 언어를 바꾸면 화면·이야기·가이드가 함께 바뀐다.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Claude(Anthropic) 우선, 실패 시 Gemini 로 넘어가는 이중 구조. 사용 가능한 Gemini 모델 목록은 GitHub Actions 가 매일 갱신한다. 키는 Supabase Edge Function 에만 두어 브라우저에 노출되지 않는다.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답변에 「참고한 성지」를 표시해 출처를 드러내고, 로그인하면 대화가 계정에 저장돼 이어진다(「대화 지우기」로 전부 삭제). 6개 국어 질문에 같은 DB 근거로 답한다.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메모·사진(최대 3장)을 남긴다. 기록은 그 성지 상세 페이지 아래에 다른 순례자의 후기로 쌓여 「순례 기록 (N)」이 된다 — 운영자가 쓰는 안내가 아니라 모두가 함께 만들어 가는 순례 안내. 익명 공개, 신고로 걸러진다.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하단 탭 가운데 「기록」에서 내 기록과 즐겨찾는 성지를 모아 보고 수정·삭제한다. 순례 코스 상세는 기록을 기준으로 「n화까지 기록」 진행을 보여 준다. 지금은 성지당 기록 1개이며, 재방문도 기록할 수 있게 같은 성지를 여러 번 기록하는 구조로 확장한다.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기록 저장 때 「그날 붐볐나요?」(한적·보통·붐빔) 한 칸을 받는다 — 관광공사 예측을 실측으로 보정하는 재료. 기록은 우리 데이터로 남아 성지 → 지역으로 비수도권 방문 비율을 잴 수 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 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 시간 답(반나절·하루·1박2일)이 출발지 반경(20km·60km·180km)이 되어 이동이 체류보다 길어지지 않게 한다. 성지 상세에서도 같은 집중률로 「주변 밀집도 상·중·하」와 앞으로 30일 중 조용한 날짜를 고른 「한적한 날」 카드를 보여 준다 — 붐비는 날을 피하는 시간 분산.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관광지 집중률 예측 서비스 (TatsCnctrRateService)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소재 시·군·구의 관광지 집중률 예측(tatsCnctrRatedList, 오늘부터 30일)을 받아 성지 상세 「주변 밀집도 상·중·하」와 하루 일정의 「인근 지역이 조용해요 / 보통이에요 / 붐벼요」, 후보 성지의 「인근이 조용해요」 표시에 쓴다. 오버투어리즘 지정과제의 핵심 지표. 메모리에만 잠깐 두고 저장하지 않는다.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locationBasedList2 로 성지 주변 관광지·식당(하루 일정 점심·오후, 성지 상세 「둘러볼 곳」), searchKeyword2·areaBasedList2 로 관광지 검색, ldongCode2 로 집중률 조회에 필요한 시·군·구 코드. 매 화면 진입마다 실시간 호출(staleTime 0),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지역 허브 관광지 · 연관 관광지 (LocgoHubTarService1 · TarRlteTarService1)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하루 일정의 오후가 붐빌 예정일 때 같은 시·군·구의 대안 관광지를 고르는 데 쓴다 — 붐비는 곳 대신 근처의 다른 곳으로 공간 분산.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상세에 「이 근처 걷기길」로 표시.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다국어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앱 언어가 스페인어·프랑스어일 때 주변 관광지 조회를 해당 언어 서비스로 보낸다(승인된 언어만). 결과가 비면 국문 서비스로 폴백. 영문 서비스(EngService2)는 활용신청 진행.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직접 쓴 성지 206곳의 주소·연락처·미사 시간·역사, 성지마다 6개 국어 소개글(206곳 × 6)과 지점별 오디오 가이드 원고(108곳 × 6). 대전교구 성지는 교구 홍보국 제공 자료를 함께 참고. 성지 이야기에 출처 링크 표시. 대표 사진은 직접 촬영·교구 제공분(출처·라이선스 표기). Supabase(PostgreSQL) 저장.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한국천주교중앙협의회 공개 주소록을 수집해 성지 상세·시도 화면의 「주변 성당·공소」(가까운 미사)로 표시. 외국어 화면에서는 이름·주소를 자동 로마자로.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이용자가 남긴 방문일·한 줄·사진(최대 3장). 우리 데이터라 분석 가능 — 비수도권 방문 비율 측정, 다음 성지 제안, 집중률 예측 보정(발전계획)의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웹 구현 — 반응형(휴대폰 하단 탭·PC 상단 메뉴를 한 코드로, 1024px 자동 전환), PWA 홈 화면 설치, 6개 국어 화면·이야기·가이드, 큰 글자 모드, 접근성(WCAG 2.1 AA) 감사 반영, 카카오·네이버·구글 로그인.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「대체 관광지 추천」이 아니라 「오늘의 하루 일정」+「한적한 날」 — 집중률 예측·주변 관광지를 그날 실시간으로 조합해 붐빔을 피하면서도 그 지역에 머물게 하고, 30일 예측으로 붐비는 날도 피하게 한다. 성지 68%(140/206)가 비수도권이라 분산이 구조적으로 일어난다.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콘텐츠를 직접 만들었다 — 성지 206곳 소개글과 108곳 오디오 가이드를 6개 국어로, 성지 이야기에 출처 링크. 기존 관광 앱이 다루지 않는 종교 유산 층위.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AI 가 지어내지 않는다 — 미카엘은 성지 DB 안에서만 답하고 참고한 성지를 밝힌다.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함께 만드는 순례 기록 — 다녀온 사람의 한 줄과 사진이 다음 순례자의 안내가 되고, 쌓일수록 분산 효과를 재고 예측을 보정한다.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관광공사 데이터 원칙 준수 — TourAPI 응답을 저장하지 않고 매 요청 실시간 호출(ADR 0002, 코드로 강제).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예측 보정 — 「그날 붐볐나요?」 실측이 쌓이면 성지별로 관광공사 예측과 실제의 차이를 계산해 밀집도 표시를 보정한다(쓸수록 정확해지는 구조). 전례력(순교자 성월·성지 축일 미사)을 「한적한 날」에 함께 표시. 같은 성지 재방문 기록 허용.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공간 분산 측정·유도 — 기록의 성지 → 지역으로 비수도권 방문 비율 대시보드. 기록이 수도권에 몰린 이용자에게 「다음은 갈매못·솔뫼 어떠세요」 개인화 제안. 교구별 완주 배지(성지가 적은 교구부터).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지방 체류 — 지방 성지 1박 2일 묶음(2일차 일정)과 대중교통·순례버스 접근 정보(차 없는 시니어를 위해). 오디오 가이드 나머지 98곳 집필, 대표 사진 전 성지 확보(현재 102곳).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확장 — 2027 서울 WYD 대비 교구·본당 미사 시간 연동(CBCK 주소록), 시·도 랜딩 페이지로 지자체·교구 협업, Android/iOS 스토어 출시.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206곳마다 위치·역사·건축과 주변 이야기를 담은 3문단 소개글을 6개 국어로 직접 집필해 DB 에 두었다(2026-09-21 실측 206곳 × 6개 국어 완비). 현장 지점 원고(여는 말 → 지점 3~6곳 → 맺음말)는 108곳 × 6개 국어. 기기 TTS 로 읽어 주며 속도 조절·챕터 이동이 되고, 원고가 없는 성지는 소개·역사 낭독으로 대체한다. 성지 이야기는 교구 공식 자료·굿뉴스 성지 안내 등 확인된 출처를 화면에 표시하고, 지점 원고는 교구 제공 자료와 문헌을 대조해 작성했다. 관광공사 두루누비 걷기길·주변 관광지(둘러볼 곳)와 나란히 보여 주며, 상단 지구본 버튼으로 언어를 바꾸면 화면·이야기·가이드가 함께 바뀐다.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 Claude(Anthropic) 우선, 실패 시 Gemini 로 넘어가는 이중 구조. 사용 가능한 Gemini 모델 목록은 GitHub Actions 가 매일 갱신한다. 키는 Supabase Edge Function 에만 두어 브라우저에 노출되지 않는다. 답변에 「참고한 성지」를 표시해 출처를 드러내고, 로그인하면 대화가 계정에 저장돼 이어진다(「대화 지우기」로 전부 삭제). 6개 국어 질문에 같은 DB 근거로 답한다.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메모·사진(최대 3장)을 남긴다. 기록은 그 성지 상세 페이지 아래에 다른 순례자의 후기로 쌓여 「순례 기록 (N)」이 된다 — 운영자가 쓰는 안내가 아니라 모두가 함께 만들어 가는 순례 안내. 익명 공개, 신고로 걸러진다. 하단 탭 가운데 「기록」에서 내 기록과 즐겨찾는 성지를 모아 보고 수정·삭제한다. 순례 코스 상세는 기록을 기준으로 「n화까지 기록」 진행을 보여 준다. 지금은 성지당 기록 1개이며, 재방문도 기록할 수 있게 같은 성지를 여러 번 기록하는 구조로 확장한다. 기록 저장 때 「그날 붐볐나요?」(한적·보통·붐빔) 한 칸을 받는다 — 관광공사 예측을 실측으로 보정하는 재료. 기록은 우리 데이터로 남아 성지 → 지역으로 비수도권 방문 비율을 잴 수 있다.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