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27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6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VisitHolyKorea</a:t>
                      </a:r>
                      <a:r>
                        <a:rPr sz="1800" b="0">
                          <a:solidFill>
                            <a:srgbClr val="000000"/>
                          </a:solidFill>
                        </a:rPr>
                        <a:t> — 길 위에서 나를 만나는 성지순례 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000000"/>
                          </a:solidFill>
                        </a:rPr>
                        <a:t>반응형 웹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— 휴대폰(하단 탭)과 PC(상단 메뉴)를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로, 1024px 기준 자동 전환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홈 화면 설치(PWA)로 앱처럼 실행 · 같은 코드로 Android/iOS 앱(Capacitor) 빌드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① 붐비는 명소 대신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조용한 하루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를 원하는 자유여행객·시니어 (이용자 조사 응답자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85%가 50대 이상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② 한국 천주교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성지 순례객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2027 서울 세계청년대회(WYD)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앞뒤로 방한하는 외국인 순례객 (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유명 성지 열 곳·주말·수도권에 몰리는 순례를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206곳(68% 비수도권)·30일 예측·지방 체류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 펼치는 서비스.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을 "오늘 마음·출발지·시간"에 맞춰 골라 주고, TourAPI 데이터(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매일 갱신되는 집중률 예측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·주변 관광지·걷기길)를 그때그때 호출해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하루 일정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을 짜며,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현장에서는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6개 국어 성지 이야기와 오디오 가이드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 안내하고, 다녀온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순례 기록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을 함께 남긴다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• 성지 206곳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(2026-09-21 DB 실측) — 목적지 목록 자체가 분산을 돕는다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• 순례자는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목적지가 정해진 여행자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"명동 대신 어디"가 아니라 "명동 성당 다음엔 어디"로 물으면 동선이 바뀐다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• 관광공사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집중률 30일 예측을 그때그때 호출해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붐비는 날·곳을 피해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같은 지역의 조용한 성지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와 볼거리를 제안</a:t>
                      </a:r>
                    </a:p>
                    <a:p>
                      <a:r>
                        <a:rPr sz="1300" b="0">
                          <a:solidFill>
                            <a:srgbClr val="000000"/>
                          </a:solidFill>
                        </a:rPr>
                        <a:t>• 유명 성지 열 곳에 몰리던 순례를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공간(206곳)·시간(30일 예측)·체류(주변 식당·걷기길)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로 펼친다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1) 문제와 범위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순례는 유명 성지 열 곳·주말·수도권에 몰린다. 일반 관광객이 아니라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순례자의 동선을 수도권 밖·붐비는 날 밖으로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넓히는 것이 목표. 성지 206곳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2) 공간 분산(어디로)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관광공사 「관광지 집중률 예측」(매일 갱신)을 호출 때마다 받아(저장 안 함) 성지마다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(숫자 대신 세 단계, 50대 이상도 한눈에). 「오늘의 성지 일정」은 마음·출발지·시간(질문 3개)에 맞는 가까운 후보 3곳에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「인근이 조용해요」 표시로 밀집도 낮은 성지를 고르게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하고, 오후 관광지의 당일 집중률 예측이 붐빔 등급(70 이상)이면 같은 지역의 다른 관광지를 제안.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3) 체류(얼마나 오래)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고른 성지를 축으로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오전 성지 → 점심(주변 식당) → 오후(주변 관광지·걷기길)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하루 일정을 TourAPI 를 그때그때 조회해(응답 저장 안 함). 순례 코스 11개(6개 국어)로 1곳 방문을 여러 곳·여러 날로.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4) 현장 콘텐츠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206곳 소개글과 108곳 지점별 오디오 가이드를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6개 국어로 직접 집필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, 성지 DB 안에서만 답하는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AI 가이드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지방의 덜 알려진 성지도 "갈 만한 곳"으로.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5) 시간 분산(언제)과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집중률 예측 30일치를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카드로 펼쳐 "주말 말고 이 날에".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「순례 기록」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을 서비스 중심에 두고 저장 때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를 받아 예측을 실측으로 보정할 재료를 쌓고(보정 산식은 발전계획), 기록의 성지 → 지역으로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공고 예시 기능 대응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조건 설정(출발지·시간·마음 3문항) → 대안 장소(후보 3곳 「인근이 조용해요」 + 30일 「한적한 날」) → 코스 추천(오전 성지 → 점심 → 오후, 순례 코스 11개)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하루 일정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TourAPI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식당·관광지를 그때그때 조회. 오후 관광지의 당일 집중률 예측이 붐빔 등급(70 이상)이면 성지에 더 머무르기 또는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제안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시간 답(반나절·하루·1박2일) = 출발지 반경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지방의 덜 알려진 성지를 갈 만한 곳으로 — 206곳 이야기·108곳 가이드 6개 국어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현장 지점 원고(여는 말 → 지점 3~6곳 → 맺음말)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곳(관광공사, 그때그때 조회)과 나란히. 지구본 버튼 하나로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정보가 적은 지방 성지의 주소·미사·전화를 DB 근거로 답하는 AI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어느 화면에서나 상단 「미카엘」. 질문과 관련된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답변에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분산을 측정하는 기록 — 「그날 붐볐나요?」와 비수도권 방문 비율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상세 「순례 기록 남기기」: 방문일 · 한 줄 메모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익명 공개·신고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하도록 확장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저장 때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성지 상세 「한적한 날」 — 30일 예측 중 조용한 날짜. 일정 결과는 오전 성지 → 점심 → 오후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하루 일정 TourAPI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식당·관광지를 그때그때 조회. 오후 관광지의 당일 집중률 예측이 붐빔 등급(70 이상)이면 성지에 더 머무르기 또는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제안 시간 답(반나절·하루·1박2일) = 출발지 반경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quietday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detail-desktop-1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209" y="3890547"/>
            <a:ext cx="4328233" cy="2705146"/>
          </a:xfrm>
          <a:prstGeom prst="rect">
            <a:avLst/>
          </a:prstGeom>
        </p:spPr>
      </p:pic>
      <p:pic>
        <p:nvPicPr>
          <p:cNvPr id="6" name="Picture 5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432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622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812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관광지 집중률 예측 서비스 (TatsCnctrRateService) — 핵심 지표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성지 소재 시·군·구의 집중률 예측(오늘부터 30일)을 받아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(성지 상세),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「인근이 조용해요」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(일정 후보),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(30일 중 조용한 날짜)에 쓴다. 메모리에만 잠깐 두고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저장하지 않는다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locationBasedList2 로 성지 주변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관광지·식당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을 받아 성지 상세 「둘러볼 곳」(걸어갈 1km, 비면 3km)과 하루 일정의 점심·오후(반경 5km, 붐빌 예정이면 같은 풀의 다음 후보로 대안)를 채우고, ldongCode2 로 집중률 조회에 필요한 시·군·구 코드를 받는다.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 호출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(응답은 화면 메모리에서만 잠시 유지),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영문 관광정보 서비스 (EngService2)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영어·포르투갈어·이탈리아어일 때 주변 관광지를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영문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locationBasedList2 로 조회 — 2027 WYD 외국인 순례객이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읽을 수 있는 주변 정보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서어·불어 관광정보 서비스 (SpnService2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스페인어·프랑스어일 때 같은 조회를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 언어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보낸다(WYD 참가국이 많은 중남미·프랑스어권).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「이 근처 걷기길」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표시 —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각 교구 홈페이지·굿뉴스 성지 안내·가톨릭 언론의 공개 자료와 현장에서 수집한 주보·안내문을 대조해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직접 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성지 206곳의 주소·연락처·미사 시간·역사. 성지마다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소개글(206×6)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지점별 오디오 가이드(108×6)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대전교구 성지는 교구 홍보국 제공 자료 참고.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대표 사진은 직접 촬영·대전교구 제공·위키미디어 커먼즈(CC)·국가유산청(공공누리) — 라이선스가 요구하는 것은 화면에 출처 표기. Supabase(PostgreSQL).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한국천주교중앙협의회 공개 주소록 → 성지 상세·시도 화면의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성당·공소」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(가까운 미사). 외국어 화면은 자동 로마자.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방문일 · 한 줄 · 사진 3장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그날 붐볐나요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우리 데이터라 분석 가능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 측정, 집중률 예측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「대체 관광지 추천」이 아니라 「오늘의 하루 일정」 + 「한적한 날」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집중률 예측(일 단위, 30일치)을 조합해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붐비는 곳과 붐비는 날을 모두 피하면서 그 지역에 머물게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한다.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68%(140/206)가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이라 분산이 구조적으로 일어난다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콘텐츠를 직접 만들었다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성지 206곳 소개글과 108곳 오디오 가이드를 6개 국어로, 성지 이야기에 출처 링크. 기존 관광 앱이 다루지 않는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종교 유산 층위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AI 가 지어내지 않는다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미카엘은 성지 DB 안에서만 답하고 참고한 성지를 밝힌다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함께 만드는 순례 기록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다녀온 사람의 한 줄과 사진이 다음 순례자의 안내가 되고, 「그날 붐볐나요?」가 쌓여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예측을 실측과 대조할 자료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가 된다(보정 산식은 발전계획)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관광공사 데이터 원칙 준수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TourAPI 응답을 DB·서비스워커에 저장하지 않고 실시간 호출(집중률은 화면 메모리에서만 최대 6시간 재사용 — ADR 0002, 코드로 강제)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웹 구현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반응형(휴대폰 하단 탭·PC 상단 메뉴를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로, 1024px 자동 전환) · PWA 홈 화면 설치 ·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화면·이야기·가이드·순례 코스 · 큰 글자 모드 · 접근성 정적 검토(WCAG 2.1 기준) 상위 항목 반영 · 카카오·네이버·구글 로그인 · 계정 관리(이름·비밀번호 변경·삭제)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2027 서울 세계청년대회(WYD) — 외국인 순례객 100만 명 시대의 다국어 성지 플랫폼.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내년 세계청년대회로 외국인 순례객이 대거 방한하지만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전국 성지를 6개 국어로 안내하는 플랫폼은 없다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이 서비스가 그 대안이다. 교구·본당 미사 시간 연동(CBCK 주소록), WYD 공식 일정지(솔뫼·해미) 특별 안내, 단체 순례 일정 공유로 확장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분산 측정·개인화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기록의 성지 → 지역으로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비수도권 방문 비율 대시보드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. 기록이 수도권에 몰린 이용자에게 「다음은 갈매못·솔뫼 어떠세요」 제안. 교구별 완주 배지(성지가 적은 교구부터)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 보정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「그날 붐볐나요?」 실측으로 성지별 예측·실제 차이를 계산해 밀집도 표시를 보정(쓸수록 정확). 전례력(순교자 성월·축일 미사)을 「한적한 날」에 함께 표시. 같은 성지 재방문 기록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지방 체류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지방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1박 2일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일정과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대중교통·순례버스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접근 정보(차 없는 시니어). 오디오 가이드 나머지 98곳, 대표 사진 전 성지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지자체·교구 협업과 스토어 출시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시·도 랜딩 페이지로 지역 관광과 협업, Android/iOS 스토어 출시(Capacitor)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「둘러볼 곳」 — 관광공사 식당·볼거리를 그때그때 조회해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연계기능2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지방의 덜 알려진 성지를 갈 만한 곳으로 — 206곳 이야기·108곳 가이드 6개 국어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 현장 지점 원고(여는 말 → 지점 3~6곳 → 맺음말)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 성지 이야기에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곳(관광공사, 그때그때 조회)과 나란히. 지구본 버튼 하나로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어느 화면에서나 상단 「미카엘」 버튼 — 로그인하면 대화가 이어진다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연계기능3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정보가 적은 지방 성지의 주소·미사·전화를 DB 근거로 답하는 AI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어느 화면에서나 상단 「미카엘」. 질문과 관련된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 답변에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empt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「순례 기록」 — 다녀온 사람들의 후기가 쌓이는 자리, 사진 최대 3장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기록 남기기의 「그날 붐볐나요?」 — 예측을 검증할 실측 한 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연계기능4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분산을 측정하는 기록 — 「그날 붐볐나요?」와 비수도권 방문 비율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상세 「순례 기록 남기기」: 방문일 · 한 줄 메모 ·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익명 공개·신고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하도록 확장 저장 때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할 수 있다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rowded-q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