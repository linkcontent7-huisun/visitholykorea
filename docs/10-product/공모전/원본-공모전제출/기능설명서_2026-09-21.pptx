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70" r:id="rId4"/>
    <p:sldId id="267" r:id="rId5"/>
    <p:sldId id="260" r:id="rId6"/>
    <p:sldId id="271" r:id="rId16"/>
    <p:sldId id="272" r:id="rId17"/>
    <p:sldId id="273" r:id="rId18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DBF"/>
    <a:srgbClr val="372472"/>
    <a:srgbClr val="BBBCDE"/>
    <a:srgbClr val="280A41"/>
    <a:srgbClr val="230A3A"/>
    <a:srgbClr val="401AC1"/>
    <a:srgbClr val="200D45"/>
    <a:srgbClr val="FFED97"/>
    <a:srgbClr val="0000FF"/>
    <a:srgbClr val="FF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해시태그 연계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관련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2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0796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27017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3654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1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1" r:id="rId3"/>
    <p:sldLayoutId id="2147483666" r:id="rId4"/>
    <p:sldLayoutId id="2147483662" r:id="rId5"/>
    <p:sldLayoutId id="2147483663" r:id="rId6"/>
    <p:sldLayoutId id="2147483664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1AC1"/>
            </a:gs>
            <a:gs pos="100000">
              <a:srgbClr val="280A41"/>
            </a:gs>
            <a:gs pos="75000">
              <a:srgbClr val="230A3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98654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800" b="0">
                          <a:solidFill>
                            <a:srgbClr val="000000"/>
                          </a:solidFill>
                        </a:rPr>
                        <a:t>visitholykorea</a:t>
                      </a:r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800" b="0">
                          <a:solidFill>
                            <a:srgbClr val="000000"/>
                          </a:solidFill>
                        </a:rPr>
                        <a:t>VisitHolyKorea — 길 위에서 나를 만나는 성지순례</a:t>
                      </a:r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78647"/>
              </p:ext>
            </p:extLst>
          </p:nvPr>
        </p:nvGraphicFramePr>
        <p:xfrm>
          <a:off x="271088" y="1065402"/>
          <a:ext cx="11649825" cy="565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000000"/>
                          </a:solidFill>
                        </a:rPr>
                        <a:t>VisitHolyKorea</a:t>
                      </a:r>
                      <a:r>
                        <a:rPr sz="1800" b="0">
                          <a:solidFill>
                            <a:srgbClr val="000000"/>
                          </a:solidFill>
                        </a:rPr>
                        <a:t> — 길 위에서 나를 만나는 성지순례  (visitholykorea.com)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625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000000"/>
                          </a:solidFill>
                        </a:rPr>
                        <a:t>반응형 웹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 — 휴대폰(하단 탭)과 PC(상단 메뉴)를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한 코드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로, 1024px 기준 자동 전환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홈 화면 설치(PWA)로 앱처럼 실행 · 같은 코드로 Android/iOS 앱(Capacitor) 빌드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</a:t>
                      </a:r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타깃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① 붐비는 명소 대신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조용한 하루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를 원하는 자유여행객·시니어 (이용자 조사 응답자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85%가 50대 이상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② 한국 천주교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성지 순례객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과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2027 서울 세계청년대회(WYD)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 앞뒤로 방한하는 외국인 순례객 (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6개 국어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③ 종교와 무관하게 걷기·사색·역사 여행에 관심 있는 사람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500" b="0">
                          <a:solidFill>
                            <a:srgbClr val="000000"/>
                          </a:solidFill>
                        </a:rPr>
                        <a:t>전국 천주교 성지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206곳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을 "오늘 마음·출발지·시간"에 맞춰 골라 주고,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한국관광공사 TourAPI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실시간 데이터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(관광지 집중률 예측·주변 관광지·걷기길)로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하루 일정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을 짜 주며,</a:t>
                      </a:r>
                    </a:p>
                    <a:p>
                      <a:r>
                        <a:rPr sz="1500" b="0">
                          <a:solidFill>
                            <a:srgbClr val="000000"/>
                          </a:solidFill>
                        </a:rPr>
                        <a:t>현장에서는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6개 국어 성지 이야기와 오디오 가이드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로 안내하고, 다녀온 </a:t>
                      </a:r>
                      <a:r>
                        <a:rPr sz="1500" b="1">
                          <a:solidFill>
                            <a:srgbClr val="000000"/>
                          </a:solidFill>
                        </a:rPr>
                        <a:t>순례 기록</a:t>
                      </a:r>
                      <a:r>
                        <a:rPr sz="1500" b="0">
                          <a:solidFill>
                            <a:srgbClr val="000000"/>
                          </a:solidFill>
                        </a:rPr>
                        <a:t>을 함께 남기는 순례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64922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선택 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</a:rPr>
                        <a:t>지정과제 2번 — 유명 관광지 쏠림(오버투어리즘) 문제 해결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  <a:tr h="808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en-US" altLang="ko-KR" sz="1800" b="1" baseline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선택</a:t>
                      </a:r>
                      <a:r>
                        <a:rPr lang="en-US" altLang="ko-KR" sz="18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ko-KR" altLang="en-US" sz="1800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• 성지 206곳 중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140곳(68%)이 비수도권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(2026-09-21 DB 실측) — 목적지 목록 자체가 분산을 돕는다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순례자는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목적지가 정해진 여행자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"명동 대신 어디"가 아니라 "명동 성당 다음엔 어디"로 물으면 동선이 바뀐다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관광공사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집중률 예측을 실시간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으로 엮어 붐비는 날·곳을 피해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같은 지역의 조용한 성지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와 볼거리를 제안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유명 성지 열 곳에 몰리던 순례를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공간(206곳)·시간(30일 예측)·체류(주변 식당·걷기길)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로 펼친다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48600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 기반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서비스 기획 방향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1) 문제와 범위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성지 순례는 유명 성지 열 곳·주말·수도권에 몰린다. 일반 관광객이 아니라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순례자의 동선을 수도권 밖·붐비는 날 밖으로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넓히는 것이 목표. 성지 206곳 중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140곳(68%)이 비수도권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2) 공간 분산(어디로)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관광공사 「관광지 집중률 예측」을 매 요청 실시간으로 받아 성지마다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「주변 밀집도 상·중·하」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(숫자 대신 세 단계, 50대 이상도 한눈에). 「오늘의 성지 일정」은 마음·출발지·시간(질문 3개)에 맞는 후보 중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밀집도 낮은 성지를 앞세우고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, 오후가 붐빌 예정이면 같은 지역의 다른 관광지를 제안.</a:t>
                      </a:r>
                    </a:p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3) 체류(얼마나 오래)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고른 성지를 축으로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오전 성지 → 점심(주변 식당) → 오후(주변 관광지·걷기길)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하루 일정을 TourAPI 실시간 조회로(응답 저장 안 함). 순례 코스 11개로 1곳 방문을 여러 곳·여러 날로.</a:t>
                      </a:r>
                    </a:p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4) 현장 콘텐츠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성지 206곳 소개글과 108곳 지점별 오디오 가이드를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6개 국어로 직접 집필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, 성지 DB 안에서만 답하는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AI 가이드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지방의 덜 알려진 성지도 "갈 만한 곳"으로.</a:t>
                      </a:r>
                    </a:p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5) 시간 분산(언제)과 측정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— 집중률 예측 30일치를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「한적한 날」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 카드로 펼쳐 "주말 말고 이 날에".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「순례 기록」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을 서비스 중심에 두고 저장 때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「그날 붐볐나요?」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를 받아 예측을 실측으로 보정, 기록의 성지 → 지역으로 </a:t>
                      </a:r>
                      <a:r>
                        <a:rPr sz="1300" b="1">
                          <a:solidFill>
                            <a:srgbClr val="000000"/>
                          </a:solidFill>
                        </a:rPr>
                        <a:t>비수도권 방문 비율을 측정</a:t>
                      </a:r>
                      <a:r>
                        <a:rPr sz="1300" b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목록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800" b="1">
                          <a:solidFill>
                            <a:srgbClr val="000000"/>
                          </a:solidFill>
                        </a:rPr>
                        <a:t>#오늘의성지일정  #오디오가이드  #순례가이드미카엘  #순례기록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17558"/>
              </p:ext>
            </p:extLst>
          </p:nvPr>
        </p:nvGraphicFramePr>
        <p:xfrm>
          <a:off x="180961" y="1551963"/>
          <a:ext cx="11830079" cy="499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>
                  <a:extLst>
                    <a:ext uri="{9D8B030D-6E8A-4147-A177-3AD203B41FA5}">
                      <a16:colId xmlns:a16="http://schemas.microsoft.com/office/drawing/2014/main" val="95366056"/>
                    </a:ext>
                  </a:extLst>
                </a:gridCol>
                <a:gridCol w="2620520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6638940">
                  <a:extLst>
                    <a:ext uri="{9D8B030D-6E8A-4147-A177-3AD203B41FA5}">
                      <a16:colId xmlns:a16="http://schemas.microsoft.com/office/drawing/2014/main" val="2514411670"/>
                    </a:ext>
                  </a:extLst>
                </a:gridCol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baseline="0" smtClean="0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#오늘의성지일정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마음 상태로 고르는 하루 일정 — 오버투어리즘 대응의 중심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질문 3개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(마음 · 출발지 · 시간) → 반경 안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후보 성지 3곳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→ 하나를 고르면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오전 성지 → 점심 → 오후 관광지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하루 일정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TourAPI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관광지 집중률 예측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으로 「인근이 조용해요」 후보 표시와 「인근 지역이 조용해요/보통이에요/붐벼요」, locationBasedList2 로 주변 식당·관광지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실시간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조회. 오후가 붐빌 예정이면 성지에 더 머무르기 또는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같은 반경의 다른 관광지로 바꾸기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제안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시간 답(반나절·하루·1박2일) = 출발지 반경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20·60·180km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— 이동이 체류보다 길어지지 않게. 성지 상세의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「주변 밀집도 상·중·하」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와 30일 예측 중 조용한 날짜를 고른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「한적한 날」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카드 — 붐비는 날을 피하는 시간 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#오디오가이드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이야기 · 지점별 오디오 가이드 — 6개 국어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성지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206곳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소개글(위치·역사·건축·주변 이야기 3문단)을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6개 국어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(한·영·서·프·포·이)로 직접 집필 — 2026-09-21 실측 206 × 6 완비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현장 지점 원고(여는 말 → 지점 3~6곳 → 맺음말)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108곳 × 6개 국어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기기 TTS 낭독·속도 조절·챕터 이동. 원고 없는 성지는 소개·역사 낭독으로 대체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성지 이야기에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참고한 출처 링크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표시(교구 공식 자료·굿뉴스 성지 안내). 두루누비 걷기길·둘러볼 곳(관광공사 실시간)과 나란히. 지구본 버튼 하나로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화면·이야기·가이드가 함께 언어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#순례가이드미카엘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DB 범위 안에서만 답하는 AI 가이드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어느 화면에서나 상단 「미카엘」. 질문과 관련된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성지 레코드(주소·전화·미사·설명)를 컨텍스트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로 넣고 "자료에 없으면 모른다고 답하라"를 시스템 프롬프트에 고정 —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지어내지 않는다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Claude 우선, 실패 시 Gemini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이중 구조. Gemini 모델 목록은 GitHub Actions 가 매일 갱신. 키는 Supabase Edge Function 에만(브라우저 비노출)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답변에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「참고한 성지」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표시. 로그인하면 대화가 계정에 저장·이어짐(「대화 지우기」로 삭제).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6개 국어 질문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에 같은 DB 근거로 답한다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#순례기록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함께 만드는 순례 기록 — 내 한 줄이 다음 순례자의 안내가 된다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성지 상세 「순례 기록 남기기」: 방문일 · 한 줄 메모 ·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사진 최대 3장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기록은 그 성지 페이지 아래에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다른 순례자의 후기로 쌓여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「순례 기록 (N)」 — 운영자가 아니라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모두가 함께 만드는 순례 안내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익명 공개·신고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하단 탭 가운데 「기록」에서 내 기록·즐겨찾기 모아 보기·수정·삭제. 순례 코스는 기록 기준 「n화까지 기록」 진행. 지금은 성지당 1개 →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재방문도 기록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하도록 확장</a:t>
                      </a:r>
                    </a:p>
                    <a:p>
                      <a:r>
                        <a:rPr sz="1050" b="0">
                          <a:solidFill>
                            <a:srgbClr val="000000"/>
                          </a:solidFill>
                        </a:rPr>
                        <a:t>• 저장 때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「그날 붐볐나요?」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(한적·보통·붐빔) 한 칸 — 관광공사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예측을 실측으로 보정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하는 재료. 기록은 우리 데이터라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비수도권 방문 비율을 측정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할 수 있다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4567" y="1101012"/>
            <a:ext cx="3382365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해시태그 연계 핵심기능 및 상세내용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1. 홈 입구 카드 「오늘의 성지 일정」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2. 지금 마음 → 출발지(현재 위치·시도) → 낼 수 있는 시간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3. 반경 안 후보 3곳 — 가장 가까움·인근이 조용함·소개가 자세함 표시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4. 성지 상세 「한적한 날」 — 30일 예측 중 조용한 날짜. 일정 결과는 오전 성지 → 점심 → 오후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해시태그1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400" b="1">
                          <a:solidFill>
                            <a:srgbClr val="000000"/>
                          </a:solidFill>
                        </a:rPr>
                        <a:t>#오늘의성지일정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연계기능1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0">
                          <a:solidFill>
                            <a:srgbClr val="000000"/>
                          </a:solidFill>
                        </a:rPr>
                        <a:t>마음 상태로 고르는 하루 일정 — 오버투어리즘 대응의 중심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기능설명1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1">
                          <a:solidFill>
                            <a:srgbClr val="000000"/>
                          </a:solidFill>
                        </a:rPr>
                        <a:t>질문 3개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(마음 · 출발지 · 시간) → 반경 안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후보 성지 3곳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→ 하나를 고르면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오전 성지 → 점심 → 오후 관광지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하루 일정 TourAPI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관광지 집중률 예측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으로 「인근이 조용해요」 후보 표시와 「인근 지역이 조용해요/보통이에요/붐벼요」, locationBasedList2 로 주변 식당·관광지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실시간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조회. 오후가 붐빌 예정이면 성지에 더 머무르기 또는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같은 반경의 다른 관광지로 바꾸기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제안 시간 답(반나절·하루·1박2일) = 출발지 반경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20·60·180km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— 이동이 체류보다 길어지지 않게. 성지 상세의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「주변 밀집도 상·중·하」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와 30일 예측 중 조용한 날짜를 고른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「한적한 날」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카드 — 붐비는 날을 피하는 시간 분산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home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compass-q1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compass-result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detail-quietdays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62552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38" y="1365401"/>
            <a:ext cx="2185146" cy="2185146"/>
          </a:xfrm>
          <a:prstGeom prst="rect">
            <a:avLst/>
          </a:prstGeom>
        </p:spPr>
      </p:pic>
      <p:pic>
        <p:nvPicPr>
          <p:cNvPr id="5" name="Picture 4" descr="detail-desktop-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209" y="3890547"/>
            <a:ext cx="4328233" cy="2705146"/>
          </a:xfrm>
          <a:prstGeom prst="rect">
            <a:avLst/>
          </a:prstGeom>
        </p:spPr>
      </p:pic>
      <p:pic>
        <p:nvPicPr>
          <p:cNvPr id="6" name="Picture 5" descr="detail-top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432" y="3890547"/>
            <a:ext cx="1250008" cy="2705146"/>
          </a:xfrm>
          <a:prstGeom prst="rect">
            <a:avLst/>
          </a:prstGeom>
        </p:spPr>
      </p:pic>
      <p:pic>
        <p:nvPicPr>
          <p:cNvPr id="7" name="Picture 6" descr="compass-plan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622" y="3890547"/>
            <a:ext cx="1250008" cy="2705146"/>
          </a:xfrm>
          <a:prstGeom prst="rect">
            <a:avLst/>
          </a:prstGeom>
        </p:spPr>
      </p:pic>
      <p:pic>
        <p:nvPicPr>
          <p:cNvPr id="8" name="Picture 7" descr="michael-3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8812" y="3890547"/>
            <a:ext cx="1250008" cy="27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>
                <a:solidFill>
                  <a:schemeClr val="bg1"/>
                </a:solidFill>
              </a:rPr>
              <a:t>OpenAPI </a:t>
            </a:r>
            <a:r>
              <a:rPr lang="ko-KR" altLang="en-US" sz="1400" b="1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6057"/>
              </p:ext>
            </p:extLst>
          </p:nvPr>
        </p:nvGraphicFramePr>
        <p:xfrm>
          <a:off x="174566" y="1646098"/>
          <a:ext cx="11746191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9081994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관광지 집중률 예측 서비스 (TatsCnctrRateService) — 핵심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성지 소재 시·군·구의 집중률 예측(오늘부터 30일)을 받아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「주변 밀집도 상·중·하」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(성지 상세),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「인근이 조용해요」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(일정 후보),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「한적한 날」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(30일 중 조용한 날짜)에 쓴다. 메모리에만 잠깐 두고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저장하지 않는다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국문 관광정보 서비스 (KorService2)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locationBasedList2 로 성지 반경 5km 의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관광지·식당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을 받아 성지 상세 「둘러볼 곳」과 하루 일정의 점심·오후(붐빌 예정이면 같은 풀의 다음 후보로 대안)를 채우고, ldongCode2 로 집중률 조회에 필요한 시·군·구 코드를 받는다.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매 화면 실시간 호출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, DB·서비스워커에 저장하지 않음.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영문 관광정보 서비스 (EngService2)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앱 언어가 영어·포르투갈어·이탈리아어일 때 주변 관광지를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영문 서비스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의 locationBasedList2 로 조회 — 2027 WYD 외국인 순례객이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읽을 수 있는 주변 정보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결과가 비면 국문으로 폴백.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서어·불어 관광정보 서비스 (SpnService2 · FreService2)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앱 언어가 스페인어·프랑스어일 때 같은 조회를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그 언어 서비스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로 보낸다(WYD 참가국이 많은 중남미·프랑스어권). 결과가 비면 국문으로 폴백.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두루누비 걷기길 서비스 (Durunubi)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courseList(DNWW)로 성지와 같은 시·군·구의 걷기길을 받아 성지 상세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「이 근처 걷기길」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로 표시 — 순례 후 도보 체류를 늘린다.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>
                <a:solidFill>
                  <a:schemeClr val="bg1"/>
                </a:solidFill>
              </a:rPr>
              <a:t>API, </a:t>
            </a:r>
            <a:r>
              <a:rPr lang="ko-KR" altLang="en-US" sz="1400" b="1" err="1">
                <a:solidFill>
                  <a:schemeClr val="bg1"/>
                </a:solidFill>
              </a:rPr>
              <a:t>파일데이터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34091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</a:rPr>
                        <a:t>자체 구축 성지 DB (holy_sites · holy_site_translations · docent_scripts, 206곳)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각 교구 홈페이지·굿뉴스 성지 안내·가톨릭 언론의 공개 자료와 현장에서 수집한 주보·안내문을 대조해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직접 쓴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성지 206곳의 주소·연락처·미사 시간·역사. 성지마다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6개 국어 소개글(206×6)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과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지점별 오디오 가이드(108×6)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대전교구 성지는 교구 홍보국 제공 자료 참고. 성지 이야기에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출처 링크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 표시. 대표 사진은 직접 촬영·대전교구 제공·위키미디어 커먼즈(CC)·국가유산청(공공누리) — 라이선스가 요구하는 것은 화면에 출처 표기. Supabase(PostgreSQL).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한국천주교주소록 (CBCK, catholic_directory 5,918건)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한국천주교중앙협의회 공개 주소록 → 성지 상세·시도 화면의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「주변 성당·공소」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(가까운 미사). 외국어 화면은 자동 로마자.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200" b="1">
                          <a:solidFill>
                            <a:srgbClr val="000000"/>
                          </a:solidFill>
                        </a:rPr>
                        <a:t>순례 기록 (pilgrimage_stamps · 이용자 생성)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방문일 · 한 줄 · 사진 3장 ·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그날 붐볐나요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. 우리 데이터라 분석 가능 — </a:t>
                      </a:r>
                      <a:r>
                        <a:rPr sz="1050" b="1">
                          <a:solidFill>
                            <a:srgbClr val="000000"/>
                          </a:solidFill>
                        </a:rPr>
                        <a:t>비수도권 방문 비율 측정, 집중률 예측 보정</a:t>
                      </a:r>
                      <a:r>
                        <a:rPr sz="1050" b="0">
                          <a:solidFill>
                            <a:srgbClr val="000000"/>
                          </a:solidFill>
                        </a:rPr>
                        <a:t>의 재료.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05643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웹 구현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반응형(휴대폰 하단 탭·PC 상단 메뉴를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한 코드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로, 1024px 자동 전환) · PWA 홈 화면 설치 ·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6개 국어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화면·이야기·가이드 · 큰 글자 모드 · 접근성 정적 검토(WCAG 2.1 기준) 상위 항목 반영 · 카카오·네이버·구글 로그인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「대체 관광지 추천」이 아니라 「오늘의 하루 일정」 + 「한적한 날」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집중률 예측을 실시간으로 조합해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붐비는 곳과 붐비는 날을 모두 피하면서 그 지역에 머물게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한다. 성지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68%(140/206)가 비수도권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이라 분산이 구조적으로 일어난다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콘텐츠를 직접 만들었다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성지 206곳 소개글과 108곳 오디오 가이드를 6개 국어로, 성지 이야기에 출처 링크. 기존 관광 앱이 다루지 않는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종교 유산 층위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AI 가 지어내지 않는다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미카엘은 성지 DB 안에서만 답하고 참고한 성지를 밝힌다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함께 만드는 순례 기록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다녀온 사람의 한 줄과 사진이 다음 순례자의 안내가 되고, 「그날 붐볐나요?」가 쌓일수록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예측이 실측으로 보정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된다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관광공사 데이터 원칙 준수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TourAPI 응답을 저장하지 않고 매 요청 실시간 호출(ADR 0002, 코드로 강제)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2027 서울 세계청년대회(WYD) — 외국인 순례객 100만 명 시대의 다국어 성지 플랫폼.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내년 세계청년대회로 외국인 순례객이 대거 방한하지만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전국 성지를 6개 국어로 안내하는 플랫폼은 없다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이 서비스가 그 대안이다. 교구·본당 미사 시간 연동(CBCK 주소록), WYD 공식 일정지(솔뫼·해미) 특별 안내, 단체 순례 일정 공유로 확장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분산 측정·개인화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기록의 성지 → 지역으로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비수도권 방문 비율 대시보드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. 기록이 수도권에 몰린 이용자에게 「다음은 갈매못·솔뫼 어떠세요」 제안. 교구별 완주 배지(성지가 적은 교구부터)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예측 보정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「그날 붐볐나요?」 실측으로 성지별 예측·실제 차이를 계산해 밀집도 표시를 보정(쓸수록 정확). 전례력(순교자 성월·축일 미사)을 「한적한 날」에 함께 표시. 같은 성지 재방문 기록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지방 체류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지방 성지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1박 2일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일정과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대중교통·순례버스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접근 정보(차 없는 시니어). 오디오 가이드 나머지 98곳, 대표 사진 전 성지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• </a:t>
                      </a:r>
                      <a:r>
                        <a:rPr sz="1400" b="1">
                          <a:solidFill>
                            <a:srgbClr val="000000"/>
                          </a:solidFill>
                        </a:rPr>
                        <a:t>지자체·교구 협업과 스토어 출시</a:t>
                      </a:r>
                      <a:r>
                        <a:rPr sz="1400" b="0">
                          <a:solidFill>
                            <a:srgbClr val="000000"/>
                          </a:solidFill>
                        </a:rPr>
                        <a:t> — 시·도 랜딩 페이지로 지역 관광과 협업, Android/iOS 스토어 출시(Capacitor)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1. 성지 상세 — 사진·분류·주변 밀집도 상/중/하·태그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2. 「오디오 가이드」 여는 말 → 지점 → 맺음말, 속도 조절, 눈여겨보기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3. 지구본 버튼으로 언어를 바꾸면 가이드도 그 언어로 (영어 예)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4. 「둘러볼 곳」 — 관광공사 실시간 식당·볼거리로 체류 연장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해시태그2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400" b="1">
                          <a:solidFill>
                            <a:srgbClr val="000000"/>
                          </a:solidFill>
                        </a:rPr>
                        <a:t>#오디오가이드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연계기능2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0">
                          <a:solidFill>
                            <a:srgbClr val="000000"/>
                          </a:solidFill>
                        </a:rPr>
                        <a:t>성지 이야기 · 지점별 오디오 가이드 — 6개 국어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기능설명2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0000"/>
                          </a:solidFill>
                        </a:rPr>
                        <a:t>성지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206곳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소개글(위치·역사·건축·주변 이야기 3문단)을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6개 국어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(한·영·서·프·포·이)로 직접 집필 — 2026-09-21 실측 206 × 6 완비 현장 지점 원고(여는 말 → 지점 3~6곳 → 맺음말)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108곳 × 6개 국어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. 기기 TTS 낭독·속도 조절·챕터 이동. 원고 없는 성지는 소개·역사 낭독으로 대체 성지 이야기에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참고한 출처 링크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표시(교구 공식 자료·굿뉴스 성지 안내). 두루누비 걷기길·둘러볼 곳(관광공사 실시간)과 나란히. 지구본 버튼 하나로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화면·이야기·가이드가 함께 언어 전환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detail-top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detail-docent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detail-docent-en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detail-nearby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1. 질문 — 공세리 성지 위치와 전화번호. 「참고한 성지」 표시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2. 외국어 질문에도 같은 DB 근거로 답한다 (영어 예)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3. DB 에 없는 정보는 지어내지 않고 사무실 확인을 안내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4. 어느 화면에서나 상단 「미카엘」 버튼 — 로그인하면 대화가 이어진다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해시태그3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400" b="1">
                          <a:solidFill>
                            <a:srgbClr val="000000"/>
                          </a:solidFill>
                        </a:rPr>
                        <a:t>#순례가이드미카엘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연계기능3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0">
                          <a:solidFill>
                            <a:srgbClr val="000000"/>
                          </a:solidFill>
                        </a:rPr>
                        <a:t>성지 DB 범위 안에서만 답하는 AI 가이드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기능설명3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0000"/>
                          </a:solidFill>
                        </a:rPr>
                        <a:t>어느 화면에서나 상단 「미카엘」. 질문과 관련된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성지 레코드(주소·전화·미사·설명)를 컨텍스트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로 넣고 "자료에 없으면 모른다고 답하라"를 시스템 프롬프트에 고정 —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지어내지 않는다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Claude 우선, 실패 시 Gemini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이중 구조. Gemini 모델 목록은 GitHub Actions 가 매일 갱신. 키는 Supabase Edge Function 에만(브라우저 비노출) 답변에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「참고한 성지」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표시. 로그인하면 대화가 계정에 저장·이어짐(「대화 지우기」로 삭제).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6개 국어 질문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에 같은 DB 근거로 답한다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michael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michael-en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michael-mass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michael-empty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50" b="0">
                          <a:solidFill>
                            <a:srgbClr val="000000"/>
                          </a:solidFill>
                        </a:rPr>
                        <a:t>1. 성지 상세 「순례 기록」 — 다녀온 사람들의 후기가 쌓이는 자리, 사진 최대 3장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2. 기록 남기기의 「그날 붐볐나요?」 — 예측을 검증할 실측 한 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3. 카카오·네이버·구글 간편 로그인, 이메일 가입(확인 메일은 화면 언어로)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50" b="0">
                          <a:solidFill>
                            <a:srgbClr val="000000"/>
                          </a:solidFill>
                        </a:rPr>
                        <a:t>4. 순례 코스 상세 — 기록 기준 「n화까지 기록」 진행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해시태그4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400" b="1">
                          <a:solidFill>
                            <a:srgbClr val="000000"/>
                          </a:solidFill>
                        </a:rPr>
                        <a:t>#순례기록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</a:rPr>
                        <a:t>연계기능4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0">
                          <a:solidFill>
                            <a:srgbClr val="000000"/>
                          </a:solidFill>
                        </a:rPr>
                        <a:t>함께 만드는 순례 기록 — 내 한 줄이 다음 순례자의 안내가 된다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400" b="1">
                          <a:solidFill>
                            <a:srgbClr val="FFFFFF"/>
                          </a:solidFill>
                        </a:rPr>
                        <a:t>기능설명4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0000"/>
                          </a:solidFill>
                        </a:rPr>
                        <a:t>성지 상세 「순례 기록 남기기」: 방문일 · 한 줄 메모 ·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사진 최대 3장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. 기록은 그 성지 페이지 아래에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다른 순례자의 후기로 쌓여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 「순례 기록 (N)」 — 운영자가 아니라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모두가 함께 만드는 순례 안내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. 익명 공개·신고 하단 탭 가운데 「기록」에서 내 기록·즐겨찾기 모아 보기·수정·삭제. 순례 코스는 기록 기준 「n화까지 기록」 진행. 지금은 성지당 1개 →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재방문도 기록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하도록 확장 저장 때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「그날 붐볐나요?」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(한적·보통·붐빔) 한 칸 — 관광공사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예측을 실측으로 보정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하는 재료. 기록은 우리 데이터라 </a:t>
                      </a:r>
                      <a:r>
                        <a:rPr sz="950" b="1">
                          <a:solidFill>
                            <a:srgbClr val="000000"/>
                          </a:solidFill>
                        </a:rPr>
                        <a:t>비수도권 방문 비율을 측정</a:t>
                      </a:r>
                      <a:r>
                        <a:rPr sz="950" b="0">
                          <a:solidFill>
                            <a:srgbClr val="000000"/>
                          </a:solidFill>
                        </a:rPr>
                        <a:t>할 수 있다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detail-record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crowded-q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login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route-detail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706</Words>
  <Application>Microsoft Office PowerPoint</Application>
  <PresentationFormat>와이드스크린</PresentationFormat>
  <Paragraphs>127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103</cp:revision>
  <dcterms:created xsi:type="dcterms:W3CDTF">2026-07-07T05:25:59Z</dcterms:created>
  <dcterms:modified xsi:type="dcterms:W3CDTF">2026-08-11T04:23:23Z</dcterms:modified>
</cp:coreProperties>
</file>